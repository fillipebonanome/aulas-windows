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6" r:id="rId15"/>
    <p:sldId id="268" r:id="rId16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2" d="100"/>
          <a:sy n="112" d="100"/>
        </p:scale>
        <p:origin x="552" y="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Windows 10 </a:t>
            </a:r>
            <a:r>
              <a:rPr lang="pt-BR" dirty="0"/>
              <a:t>–</a:t>
            </a:r>
            <a:r>
              <a:rPr lang="pt-br" dirty="0"/>
              <a:t> Configuração e Personalização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 err="1"/>
              <a:t>Fillipe</a:t>
            </a:r>
            <a:r>
              <a:rPr lang="pt-br" dirty="0"/>
              <a:t> Augusto de Souza </a:t>
            </a:r>
            <a:r>
              <a:rPr lang="pt-br" dirty="0" err="1"/>
              <a:t>Bonanome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529BF-9E02-2101-D315-A496B024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a Aula Passada...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F68C9-0962-250C-A8E6-ABC3CD49E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Bloco de Notas (Editor de Texto)</a:t>
            </a:r>
          </a:p>
          <a:p>
            <a:r>
              <a:rPr lang="pt-BR" dirty="0" err="1"/>
              <a:t>Paint</a:t>
            </a:r>
            <a:r>
              <a:rPr lang="pt-BR" dirty="0"/>
              <a:t> (Editor de Imagem)</a:t>
            </a:r>
          </a:p>
          <a:p>
            <a:r>
              <a:rPr lang="pt-BR" dirty="0"/>
              <a:t>Calculadora</a:t>
            </a:r>
          </a:p>
          <a:p>
            <a:r>
              <a:rPr lang="pt-BR" dirty="0"/>
              <a:t>Microsoft Edge (Navegador)</a:t>
            </a:r>
          </a:p>
        </p:txBody>
      </p:sp>
    </p:spTree>
    <p:extLst>
      <p:ext uri="{BB962C8B-B14F-4D97-AF65-F5344CB8AC3E}">
        <p14:creationId xmlns:p14="http://schemas.microsoft.com/office/powerpoint/2010/main" val="17574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63F3-6568-B695-8E98-4B66FDDC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78F09-848D-B24A-BB99-F1F3C6BC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Iremos Aprender Hoje?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1F8F5A-4E18-4C40-4A34-E312B1CF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Personalizar/Configurar</a:t>
            </a:r>
          </a:p>
          <a:p>
            <a:pPr lvl="1"/>
            <a:r>
              <a:rPr lang="pt-BR" dirty="0"/>
              <a:t>Temas</a:t>
            </a:r>
          </a:p>
          <a:p>
            <a:pPr lvl="1"/>
            <a:r>
              <a:rPr lang="pt-BR" dirty="0"/>
              <a:t>Plano de Fundo (Revisão)</a:t>
            </a:r>
          </a:p>
          <a:p>
            <a:pPr lvl="1"/>
            <a:r>
              <a:rPr lang="pt-BR" dirty="0"/>
              <a:t>Tamanho de Exibição</a:t>
            </a:r>
          </a:p>
          <a:p>
            <a:pPr lvl="1"/>
            <a:r>
              <a:rPr lang="pt-BR" dirty="0"/>
              <a:t>Som</a:t>
            </a:r>
          </a:p>
        </p:txBody>
      </p:sp>
    </p:spTree>
    <p:extLst>
      <p:ext uri="{BB962C8B-B14F-4D97-AF65-F5344CB8AC3E}">
        <p14:creationId xmlns:p14="http://schemas.microsoft.com/office/powerpoint/2010/main" val="233957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4A24-49A4-AAE6-FEC0-5FAC589E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F8492-5A22-D830-65F3-C885BC46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entramos nas configurações do Windows?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C95C18-031C-6E59-0D66-2B6B1D40B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Através do Atalho Ctrl + I</a:t>
            </a:r>
          </a:p>
          <a:p>
            <a:r>
              <a:rPr lang="pt-BR" dirty="0"/>
              <a:t>Menu Iniciar &gt; Configurações</a:t>
            </a:r>
          </a:p>
        </p:txBody>
      </p:sp>
    </p:spTree>
    <p:extLst>
      <p:ext uri="{BB962C8B-B14F-4D97-AF65-F5344CB8AC3E}">
        <p14:creationId xmlns:p14="http://schemas.microsoft.com/office/powerpoint/2010/main" val="224159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02D0C-51D1-9CDE-DEBF-1EEDA9F6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Configurações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1454CF4-1B5E-9521-6C34-DACFB7787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345915"/>
            <a:ext cx="10360025" cy="317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14967-BA2B-075B-C684-ED4E44C6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Personalização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CE97AE-4115-6DD5-FC1E-8D4345295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Zoom de Slide 6">
                <a:extLst>
                  <a:ext uri="{FF2B5EF4-FFF2-40B4-BE49-F238E27FC236}">
                    <a16:creationId xmlns:a16="http://schemas.microsoft.com/office/drawing/2014/main" id="{A0D87120-7166-CD7C-1B4B-D95075DD13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8260728"/>
                  </p:ext>
                </p:extLst>
              </p:nvPr>
            </p:nvGraphicFramePr>
            <p:xfrm>
              <a:off x="2384277" y="1845438"/>
              <a:ext cx="7420270" cy="4174990"/>
            </p:xfrm>
            <a:graphic>
              <a:graphicData uri="http://schemas.microsoft.com/office/powerpoint/2016/slidezoom">
                <pslz:sldZm>
                  <pslz:sldZmObj sldId="263" cId="1592317387">
                    <pslz:zmPr id="{D0DA47B5-5A20-4E41-BF17-BA7AEA836A9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420270" cy="41749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Zoom de Slide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0D87120-7166-CD7C-1B4B-D95075DD13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84277" y="1845438"/>
                <a:ext cx="7420270" cy="41749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684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B50D4-A35E-81D4-118A-2E4278DD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54EB1A7-6D02-81EC-4A15-26BA4241C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4" y="0"/>
            <a:ext cx="12223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3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29C55-A9D1-9277-C33C-66AE7E72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Sistema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42F8B4D-4945-C067-0897-4A9B4208B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" name="Zoom de Slide 8">
                <a:extLst>
                  <a:ext uri="{FF2B5EF4-FFF2-40B4-BE49-F238E27FC236}">
                    <a16:creationId xmlns:a16="http://schemas.microsoft.com/office/drawing/2014/main" id="{A930C956-C44D-DD07-9E6B-336187F3C2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3888192"/>
                  </p:ext>
                </p:extLst>
              </p:nvPr>
            </p:nvGraphicFramePr>
            <p:xfrm>
              <a:off x="2602024" y="2060848"/>
              <a:ext cx="6984776" cy="3929960"/>
            </p:xfrm>
            <a:graphic>
              <a:graphicData uri="http://schemas.microsoft.com/office/powerpoint/2016/slidezoom">
                <pslz:sldZm>
                  <pslz:sldZmObj sldId="265" cId="2709725543">
                    <pslz:zmPr id="{A6AAFB3C-2C74-40AF-9763-8DAFA6EFD17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984776" cy="392996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9" name="Zoom de Slide 8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930C956-C44D-DD07-9E6B-336187F3C2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02024" y="2060848"/>
                <a:ext cx="6984776" cy="392996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14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E9FD7-74A6-4E5A-1737-FC00FD3B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8A2BAC6-5F5F-5996-5A3A-C97229512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7" y="44624"/>
            <a:ext cx="12212168" cy="681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1ACD-7A08-6D46-4293-D972677A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178BB-ED1B-AA9B-A5B3-3BC5A2A0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de Aplicativos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CAB06C5-8869-22E2-C8D5-6E5483B54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Zoom de Slide 3">
                <a:extLst>
                  <a:ext uri="{FF2B5EF4-FFF2-40B4-BE49-F238E27FC236}">
                    <a16:creationId xmlns:a16="http://schemas.microsoft.com/office/drawing/2014/main" id="{3EAD2E39-5C81-80A7-02CE-544D05DB51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976720"/>
                  </p:ext>
                </p:extLst>
              </p:nvPr>
            </p:nvGraphicFramePr>
            <p:xfrm>
              <a:off x="2638028" y="1988840"/>
              <a:ext cx="6912768" cy="3889445"/>
            </p:xfrm>
            <a:graphic>
              <a:graphicData uri="http://schemas.microsoft.com/office/powerpoint/2016/slidezoom">
                <pslz:sldZm>
                  <pslz:sldZmObj sldId="266" cId="948251413">
                    <pslz:zmPr id="{FA1A86FB-A640-403E-99AB-D446F2C4216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912768" cy="388944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Zoom de Slide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EAD2E39-5C81-80A7-02CE-544D05DB51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38028" y="1988840"/>
                <a:ext cx="6912768" cy="388944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10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5D484-1105-FAF9-FC8C-F54E4877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E97B039-3191-BC74-5B82-A0DD1CF1F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91" y="44624"/>
            <a:ext cx="12212169" cy="681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65E3C-0CC9-525F-4C66-508C666D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29C8D-EF50-D0F9-2D73-5D42CE3D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Bora fazer alguns Exercícios?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7BB00ED-41E5-5DD5-5875-C8FB6A301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1 – Alterar o Papel de Parede</a:t>
            </a:r>
          </a:p>
          <a:p>
            <a:r>
              <a:rPr lang="pt-BR" dirty="0"/>
              <a:t>Exercício 2 – Alterar o tamanho da fonte para 150%</a:t>
            </a:r>
          </a:p>
          <a:p>
            <a:r>
              <a:rPr lang="pt-BR" dirty="0"/>
              <a:t>Exercício 3 – Alterar o volume do computador para aproximadamente 50%</a:t>
            </a:r>
          </a:p>
          <a:p>
            <a:r>
              <a:rPr lang="pt-BR" dirty="0"/>
              <a:t>Exercício 4 – Simular a deleção de um aplicativo</a:t>
            </a:r>
          </a:p>
        </p:txBody>
      </p:sp>
    </p:spTree>
    <p:extLst>
      <p:ext uri="{BB962C8B-B14F-4D97-AF65-F5344CB8AC3E}">
        <p14:creationId xmlns:p14="http://schemas.microsoft.com/office/powerpoint/2010/main" val="426169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102</TotalTime>
  <Words>131</Words>
  <Application>Microsoft Office PowerPoint</Application>
  <PresentationFormat>Personalizar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Tecnologia 16x9</vt:lpstr>
      <vt:lpstr>Windows 10 – Configuração e Personalização</vt:lpstr>
      <vt:lpstr>Relembrando a Aula Passada...</vt:lpstr>
      <vt:lpstr>O que Iremos Aprender Hoje?</vt:lpstr>
      <vt:lpstr>Como entramos nas configurações do Windows?</vt:lpstr>
      <vt:lpstr>Interface de Configurações</vt:lpstr>
      <vt:lpstr>Interface de Personalização</vt:lpstr>
      <vt:lpstr>Apresentação do PowerPoint</vt:lpstr>
      <vt:lpstr>Interface de Sistema</vt:lpstr>
      <vt:lpstr>Apresentação do PowerPoint</vt:lpstr>
      <vt:lpstr>Interface de Aplicativos</vt:lpstr>
      <vt:lpstr>Apresentação do PowerPoint</vt:lpstr>
      <vt:lpstr>Bora fazer alguns Exercícios?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fillipe.bonanome2@outlook.com</dc:creator>
  <cp:lastModifiedBy>fillipe.bonanome2@outlook.com</cp:lastModifiedBy>
  <cp:revision>9</cp:revision>
  <dcterms:created xsi:type="dcterms:W3CDTF">2025-12-07T21:20:14Z</dcterms:created>
  <dcterms:modified xsi:type="dcterms:W3CDTF">2025-12-07T23:09:31Z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