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5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1" r:id="rId20"/>
    <p:sldId id="283" r:id="rId21"/>
    <p:sldId id="284" r:id="rId22"/>
    <p:sldId id="285" r:id="rId23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2" d="100"/>
          <a:sy n="112" d="100"/>
        </p:scale>
        <p:origin x="552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Windows 10 – Arquivos e Pastas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noProof="0" dirty="0" err="1"/>
              <a:t>Fillipe</a:t>
            </a:r>
            <a:r>
              <a:rPr lang="pt-BR" noProof="0" dirty="0"/>
              <a:t> Augusto de Souza </a:t>
            </a:r>
            <a:r>
              <a:rPr lang="pt-BR" noProof="0" dirty="0" err="1"/>
              <a:t>Bonanome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Relembrando a Aula Passada...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Explorar mais a fundo o </a:t>
            </a:r>
            <a:r>
              <a:rPr lang="pt-BR" noProof="0" dirty="0">
                <a:solidFill>
                  <a:srgbClr val="00FFFF"/>
                </a:solidFill>
              </a:rPr>
              <a:t>Menu Iniciar</a:t>
            </a:r>
          </a:p>
          <a:p>
            <a:r>
              <a:rPr lang="pt-BR" noProof="0" dirty="0"/>
              <a:t>Buscas avançadas na </a:t>
            </a:r>
            <a:r>
              <a:rPr lang="pt-BR" noProof="0" dirty="0">
                <a:solidFill>
                  <a:srgbClr val="00FFFF"/>
                </a:solidFill>
              </a:rPr>
              <a:t>Caixa de Pesquisa</a:t>
            </a:r>
          </a:p>
          <a:p>
            <a:r>
              <a:rPr lang="pt-BR" noProof="0" dirty="0"/>
              <a:t>Alguns Atalhos</a:t>
            </a:r>
          </a:p>
          <a:p>
            <a:pPr lvl="1"/>
            <a:r>
              <a:rPr lang="pt-BR" noProof="0" dirty="0"/>
              <a:t>Abrir/Fechar o Menu Iniciar (</a:t>
            </a:r>
            <a:r>
              <a:rPr lang="pt-BR" noProof="0" dirty="0" err="1"/>
              <a:t>Win</a:t>
            </a:r>
            <a:r>
              <a:rPr lang="pt-BR" noProof="0" dirty="0"/>
              <a:t>)</a:t>
            </a:r>
          </a:p>
          <a:p>
            <a:pPr lvl="1"/>
            <a:r>
              <a:rPr lang="pt-BR" noProof="0" dirty="0"/>
              <a:t>Abrir o Explorador de Arquivos (</a:t>
            </a:r>
            <a:r>
              <a:rPr lang="pt-BR" noProof="0" dirty="0" err="1"/>
              <a:t>Win</a:t>
            </a:r>
            <a:r>
              <a:rPr lang="pt-BR" noProof="0" dirty="0"/>
              <a:t> + E)</a:t>
            </a:r>
          </a:p>
          <a:p>
            <a:pPr lvl="1"/>
            <a:r>
              <a:rPr lang="pt-BR" noProof="0" dirty="0"/>
              <a:t>Mostrar/Ocultar a Área de Trabalho (</a:t>
            </a:r>
            <a:r>
              <a:rPr lang="pt-BR" noProof="0" dirty="0" err="1"/>
              <a:t>Win</a:t>
            </a:r>
            <a:r>
              <a:rPr lang="pt-BR" noProof="0" dirty="0"/>
              <a:t> + D)</a:t>
            </a:r>
          </a:p>
          <a:p>
            <a:pPr lvl="1"/>
            <a:r>
              <a:rPr lang="pt-BR" noProof="0" dirty="0"/>
              <a:t>Alternar entre programas abertos (Alt + </a:t>
            </a:r>
            <a:r>
              <a:rPr lang="pt-BR" noProof="0" dirty="0" err="1"/>
              <a:t>Tab</a:t>
            </a:r>
            <a:r>
              <a:rPr lang="pt-BR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708D2-B0F7-2493-E55A-796A3AE7D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C9910B9E-6455-B8F1-105F-B6358A06C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O que Iremos Aprender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FE343521-7451-7C39-A350-DF61D795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O que são Arquivos e Pastas</a:t>
            </a:r>
          </a:p>
          <a:p>
            <a:r>
              <a:rPr lang="pt-BR" noProof="0" dirty="0"/>
              <a:t>Como Organizar Arquivos em Pastas</a:t>
            </a:r>
          </a:p>
          <a:p>
            <a:r>
              <a:rPr lang="pt-BR" noProof="0" dirty="0"/>
              <a:t>O que é o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Explorador de Arquivos</a:t>
            </a:r>
          </a:p>
          <a:p>
            <a:r>
              <a:rPr lang="pt-BR" noProof="0" dirty="0"/>
              <a:t>Como Funciona a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Lixeira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1329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3A66-20CD-5269-20EA-C81C6D99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6CB54850-E2C2-0378-E296-FF012672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O que são Arquivos?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502C48D-003C-3C8A-AEC1-8F4E3EDD4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São um conjunto de informações relacionadas (Folha Digital)</a:t>
            </a:r>
          </a:p>
          <a:p>
            <a:r>
              <a:rPr lang="pt-BR" noProof="0" dirty="0"/>
              <a:t>São divididos em 3 estruturas básicas:</a:t>
            </a:r>
          </a:p>
          <a:p>
            <a:pPr lvl="1"/>
            <a:r>
              <a:rPr lang="pt-BR" noProof="0" dirty="0"/>
              <a:t>Nome</a:t>
            </a:r>
          </a:p>
          <a:p>
            <a:pPr lvl="1"/>
            <a:r>
              <a:rPr lang="pt-BR" noProof="0" dirty="0"/>
              <a:t>. (ponto)</a:t>
            </a:r>
          </a:p>
          <a:p>
            <a:pPr lvl="1"/>
            <a:r>
              <a:rPr lang="pt-BR" noProof="0" dirty="0"/>
              <a:t>Extensão</a:t>
            </a:r>
          </a:p>
        </p:txBody>
      </p:sp>
    </p:spTree>
    <p:extLst>
      <p:ext uri="{BB962C8B-B14F-4D97-AF65-F5344CB8AC3E}">
        <p14:creationId xmlns:p14="http://schemas.microsoft.com/office/powerpoint/2010/main" val="104166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8583-6145-F937-96BC-69F04766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C3AB5874-BC25-F69C-6BE7-70B9F6EE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Exemplos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77ED5B0-195C-6A75-24A4-C49011DC9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0808"/>
            <a:ext cx="10360501" cy="4462272"/>
          </a:xfrm>
        </p:spPr>
        <p:txBody>
          <a:bodyPr rtlCol="0"/>
          <a:lstStyle/>
          <a:p>
            <a:r>
              <a:rPr lang="pt-BR" noProof="0" dirty="0">
                <a:solidFill>
                  <a:srgbClr val="92D050"/>
                </a:solidFill>
              </a:rPr>
              <a:t>Relatório de Vendas</a:t>
            </a:r>
            <a:r>
              <a:rPr lang="pt-BR" noProof="0" dirty="0">
                <a:solidFill>
                  <a:srgbClr val="FF0000"/>
                </a:solidFill>
              </a:rPr>
              <a:t>.</a:t>
            </a:r>
            <a:r>
              <a:rPr lang="pt-BR" noProof="0" dirty="0">
                <a:solidFill>
                  <a:srgbClr val="FFC000"/>
                </a:solidFill>
              </a:rPr>
              <a:t>txt</a:t>
            </a:r>
          </a:p>
          <a:p>
            <a:r>
              <a:rPr lang="pt-BR" noProof="0" dirty="0">
                <a:solidFill>
                  <a:srgbClr val="92D050"/>
                </a:solidFill>
              </a:rPr>
              <a:t>Foto em Família</a:t>
            </a:r>
            <a:r>
              <a:rPr lang="pt-BR" noProof="0" dirty="0">
                <a:solidFill>
                  <a:srgbClr val="FF0000"/>
                </a:solidFill>
              </a:rPr>
              <a:t>.</a:t>
            </a:r>
            <a:r>
              <a:rPr lang="pt-BR" noProof="0" dirty="0">
                <a:solidFill>
                  <a:srgbClr val="FFC000"/>
                </a:solidFill>
              </a:rPr>
              <a:t>jpg</a:t>
            </a:r>
          </a:p>
          <a:p>
            <a:r>
              <a:rPr lang="pt-BR" noProof="0" dirty="0">
                <a:solidFill>
                  <a:srgbClr val="92D050"/>
                </a:solidFill>
              </a:rPr>
              <a:t>Balão Mágico</a:t>
            </a:r>
            <a:r>
              <a:rPr lang="pt-BR" noProof="0" dirty="0">
                <a:solidFill>
                  <a:srgbClr val="FF0000"/>
                </a:solidFill>
              </a:rPr>
              <a:t>.</a:t>
            </a:r>
            <a:r>
              <a:rPr lang="pt-BR" noProof="0" dirty="0">
                <a:solidFill>
                  <a:srgbClr val="FFC000"/>
                </a:solidFill>
              </a:rPr>
              <a:t>mp3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1B4AA46-4F89-5D82-A7A2-3C7BF122F930}"/>
              </a:ext>
            </a:extLst>
          </p:cNvPr>
          <p:cNvSpPr/>
          <p:nvPr/>
        </p:nvSpPr>
        <p:spPr>
          <a:xfrm>
            <a:off x="1773932" y="4229244"/>
            <a:ext cx="504056" cy="14401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785CF0-65DD-7393-A707-3E399CFC23B6}"/>
              </a:ext>
            </a:extLst>
          </p:cNvPr>
          <p:cNvSpPr/>
          <p:nvPr/>
        </p:nvSpPr>
        <p:spPr>
          <a:xfrm>
            <a:off x="5005788" y="4229244"/>
            <a:ext cx="504056" cy="1440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6BA63E-42CC-AA58-E1AB-E8F52EC7E1A5}"/>
              </a:ext>
            </a:extLst>
          </p:cNvPr>
          <p:cNvSpPr/>
          <p:nvPr/>
        </p:nvSpPr>
        <p:spPr>
          <a:xfrm>
            <a:off x="6537255" y="4229244"/>
            <a:ext cx="504056" cy="14401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6A99FE-F953-4A17-6653-DF7BC93FA3E2}"/>
              </a:ext>
            </a:extLst>
          </p:cNvPr>
          <p:cNvSpPr txBox="1"/>
          <p:nvPr/>
        </p:nvSpPr>
        <p:spPr>
          <a:xfrm>
            <a:off x="2256574" y="4039642"/>
            <a:ext cx="2749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Nome do Arquivo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BD711C-8B21-39F8-FCA9-8CCB897AC0D9}"/>
              </a:ext>
            </a:extLst>
          </p:cNvPr>
          <p:cNvSpPr txBox="1"/>
          <p:nvPr/>
        </p:nvSpPr>
        <p:spPr>
          <a:xfrm>
            <a:off x="5488430" y="4039642"/>
            <a:ext cx="1044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Ponto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0C800C-020A-1E98-4E4B-2B9AAB2ED859}"/>
              </a:ext>
            </a:extLst>
          </p:cNvPr>
          <p:cNvSpPr txBox="1"/>
          <p:nvPr/>
        </p:nvSpPr>
        <p:spPr>
          <a:xfrm>
            <a:off x="7019897" y="4039642"/>
            <a:ext cx="15011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noProof="0" dirty="0"/>
              <a:t>Extensão</a:t>
            </a:r>
          </a:p>
        </p:txBody>
      </p:sp>
    </p:spTree>
    <p:extLst>
      <p:ext uri="{BB962C8B-B14F-4D97-AF65-F5344CB8AC3E}">
        <p14:creationId xmlns:p14="http://schemas.microsoft.com/office/powerpoint/2010/main" val="2301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5BD4-EFEF-68F6-97F6-36B8D65F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9D268091-06C1-55CA-7B2B-969F8FCB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O que são Pastas?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BA084760-12B4-1A5A-744F-9B651D11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São separadores/contêineres de Arquivos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8608BBD-65A8-F174-EB6F-35119AC4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260" y="2291534"/>
            <a:ext cx="7263745" cy="407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6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BA7B3-2966-3A5B-3DA5-9806F35B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4AB5714B-380C-ECDF-C63D-4F096D82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Por que eu devo utilizar pastas?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3AC93524-095B-EC88-EBDB-A62238E84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Organizar os arquivos de forma lógica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161371-DB29-0DA9-2DA8-E1F3C3A54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39" y="2296296"/>
            <a:ext cx="7312188" cy="407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2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A267-C709-7693-4CF1-DF1FAED9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FFDFDC4F-EB1C-CCA6-A639-DCE9D424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Comparação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347ED02-34A9-CF17-8CCA-D932C5EB2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Pasta desorganizada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Zoom de Slide 5">
                <a:extLst>
                  <a:ext uri="{FF2B5EF4-FFF2-40B4-BE49-F238E27FC236}">
                    <a16:creationId xmlns:a16="http://schemas.microsoft.com/office/drawing/2014/main" id="{C1D785ED-EA13-8987-2F65-004480C7F2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8885621"/>
                  </p:ext>
                </p:extLst>
              </p:nvPr>
            </p:nvGraphicFramePr>
            <p:xfrm>
              <a:off x="3050761" y="2430109"/>
              <a:ext cx="6696744" cy="3767900"/>
            </p:xfrm>
            <a:graphic>
              <a:graphicData uri="http://schemas.microsoft.com/office/powerpoint/2016/slidezoom">
                <pslz:sldZm>
                  <pslz:sldZmObj sldId="275" cId="3356035828">
                    <pslz:zmPr id="{5DFFCF74-829A-4327-B867-5D6B6C145D1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696744" cy="37679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Zoom de Slide 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1D785ED-EA13-8987-2F65-004480C7F2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0761" y="2430109"/>
                <a:ext cx="6696744" cy="37679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60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3B6E4-3856-28B7-40ED-D8BDDDD8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BC52AFE-B47B-CE5A-0270-BCFC1BD5D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57394"/>
            <a:ext cx="12188825" cy="691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3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FAE0-A08A-47EA-8491-9A028979C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5CE7057F-F952-86BC-4DA1-00398FE9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Comparação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366B4BB-0717-A6CE-AE92-AC8F8E213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Pasta organizada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A272B0-A032-2F1A-130F-C4C71B57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987" y="2300745"/>
            <a:ext cx="6038850" cy="11620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7584DA8-B19B-AFC9-4785-F46309DD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87" y="3670508"/>
            <a:ext cx="69532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3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65CE4-6C17-01F7-58F6-76CE08A9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C26312DA-7AF9-EFCB-8D72-3D3865FB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Comparação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97B69C30-170D-0D4A-1C1D-0543D72FE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Pasta organizada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885417-9394-1CA7-C9FF-380990D4B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4" y="2348880"/>
            <a:ext cx="6124575" cy="8001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10960C7-0C47-9A95-89F8-357B4ADD6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61" y="3294683"/>
            <a:ext cx="5905500" cy="8286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72869C3-AC06-41B0-6B4B-90C18AB63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136" y="4326555"/>
            <a:ext cx="59245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D6449-BC69-8A29-9C69-8830FC7B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055B805E-AA27-7DFB-951E-466526ED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Criando uma Pasta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074CF6F0-17F6-93E3-F6FB-FB3666140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Para criar uma pasta é muito simples, basta clicar com o botão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direito</a:t>
            </a:r>
            <a:r>
              <a:rPr lang="pt-BR" noProof="0" dirty="0"/>
              <a:t> do mouse &gt;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novo</a:t>
            </a:r>
            <a:r>
              <a:rPr lang="pt-BR" noProof="0" dirty="0"/>
              <a:t> &gt;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pasta</a:t>
            </a:r>
          </a:p>
        </p:txBody>
      </p:sp>
    </p:spTree>
    <p:extLst>
      <p:ext uri="{BB962C8B-B14F-4D97-AF65-F5344CB8AC3E}">
        <p14:creationId xmlns:p14="http://schemas.microsoft.com/office/powerpoint/2010/main" val="374332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101A6-730B-9E22-FF36-13D54285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FEC4D394-8BCA-C9D2-BB2F-D77DCE8E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Renomeando uma Pasta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926E6C3-8EB5-1C02-2440-DF4A45D0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noProof="0" dirty="0"/>
              <a:t>Para mudar o nome de uma pasta basta clicar com o botão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direito</a:t>
            </a:r>
            <a:r>
              <a:rPr lang="pt-BR" noProof="0" dirty="0"/>
              <a:t> e ir em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renomear</a:t>
            </a:r>
          </a:p>
          <a:p>
            <a:r>
              <a:rPr lang="pt-BR" dirty="0"/>
              <a:t>Caso queira utilizar um atalho, basta utilizar o </a:t>
            </a:r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F2</a:t>
            </a:r>
            <a:endParaRPr lang="pt-BR" noProof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25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AE80-7A1E-618E-97A1-57AB310E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76FD6EDB-90B6-2486-5528-256DE51B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Deletando uma Pasta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835BE06-831B-77C2-0A0D-D257C1808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O caminho é parecido com o de renomear, porém iremos clicar em </a:t>
            </a:r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excluir</a:t>
            </a:r>
          </a:p>
          <a:p>
            <a:r>
              <a:rPr lang="pt-BR" noProof="0" dirty="0"/>
              <a:t>Podemos deletar através do atalho </a:t>
            </a:r>
            <a:r>
              <a:rPr lang="pt-BR" noProof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78159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5D797-1A3A-41B6-EF5D-BF93A4B6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AD0086E0-ABE3-F924-D219-587EE997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Lixeira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DDE4A0F-CB5D-7ED9-86A4-69DE94BB8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Serve para armazenar arquivos que foram excluídos do sistema, como por exemplo a pasta que acabamos de excluir</a:t>
            </a:r>
          </a:p>
          <a:p>
            <a:r>
              <a:rPr lang="pt-BR" noProof="0" dirty="0"/>
              <a:t>Podemos realizar a deleção total ou então restaurar o arquivo para </a:t>
            </a:r>
            <a:r>
              <a:rPr lang="pt-BR" dirty="0"/>
              <a:t>a sua origem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7950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1EC5-EB78-5E2E-71B8-0A3C1552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2495F80D-036C-86EC-D1C7-9F6DECA4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Explorador de Arquivos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623DD14-D666-8C55-C543-34768065B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Serve para navegar entre pastas/arquivos no seu sistema</a:t>
            </a:r>
          </a:p>
          <a:p>
            <a:r>
              <a:rPr lang="pt-BR" dirty="0"/>
              <a:t>Também é responsável pelo gerenciamento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5240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1EE1-1E7B-D96A-DB9F-1B2EC15C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0E448DB3-9D13-CF0F-2098-A9415B41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dirty="0"/>
              <a:t>Explorador de Arquivos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F18B503E-093A-8030-D270-3025D52F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Serve para navegar entre pastas/arquivos no seu sistema</a:t>
            </a:r>
          </a:p>
          <a:p>
            <a:r>
              <a:rPr lang="pt-BR" dirty="0"/>
              <a:t>Também é responsável pelo gerenciamento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062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8B2C3-F5A6-28D3-5FF4-94407BE1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848D653-524C-BBAF-9448-EA77AC88A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4" y="0"/>
            <a:ext cx="12145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CF58C-94E2-7661-605F-A4462972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CE8E0-8D89-6017-F39C-4E436D5A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Bora fazer uns exercícios?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41B984-1AE0-989D-D756-2FFAB6782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Fazer exercício 1: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8A08C6-D483-69C0-F249-885FD01883A0}"/>
              </a:ext>
            </a:extLst>
          </p:cNvPr>
          <p:cNvSpPr txBox="1"/>
          <p:nvPr/>
        </p:nvSpPr>
        <p:spPr>
          <a:xfrm>
            <a:off x="2777369" y="3356992"/>
            <a:ext cx="7243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https://github.com/FillipeBonanome/Aulas-Windows</a:t>
            </a:r>
          </a:p>
        </p:txBody>
      </p:sp>
    </p:spTree>
    <p:extLst>
      <p:ext uri="{BB962C8B-B14F-4D97-AF65-F5344CB8AC3E}">
        <p14:creationId xmlns:p14="http://schemas.microsoft.com/office/powerpoint/2010/main" val="281398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216</TotalTime>
  <Words>342</Words>
  <Application>Microsoft Office PowerPoint</Application>
  <PresentationFormat>Personalizar</PresentationFormat>
  <Paragraphs>58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Tecnologia 16x9</vt:lpstr>
      <vt:lpstr>Windows 10 – Arquivos e Pastas</vt:lpstr>
      <vt:lpstr>Relembrando a Aula Passada...</vt:lpstr>
      <vt:lpstr>O que Iremos Aprender</vt:lpstr>
      <vt:lpstr>O que são Arquivos?</vt:lpstr>
      <vt:lpstr>Exemplos</vt:lpstr>
      <vt:lpstr>O que são Pastas?</vt:lpstr>
      <vt:lpstr>Por que eu devo utilizar pastas?</vt:lpstr>
      <vt:lpstr>Comparação</vt:lpstr>
      <vt:lpstr>Apresentação do PowerPoint</vt:lpstr>
      <vt:lpstr>Comparação</vt:lpstr>
      <vt:lpstr>Comparação</vt:lpstr>
      <vt:lpstr>Criando uma Pasta</vt:lpstr>
      <vt:lpstr>Renomeando uma Pasta</vt:lpstr>
      <vt:lpstr>Deletando uma Pasta</vt:lpstr>
      <vt:lpstr>Lixeira</vt:lpstr>
      <vt:lpstr>Explorador de Arquivos</vt:lpstr>
      <vt:lpstr>Explorador de Arquivos</vt:lpstr>
      <vt:lpstr>Apresentação do PowerPoint</vt:lpstr>
      <vt:lpstr>Bora fazer uns exercícios?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fillipe.bonanome2@outlook.com</dc:creator>
  <cp:lastModifiedBy>fillipe.bonanome2@outlook.com</cp:lastModifiedBy>
  <cp:revision>6</cp:revision>
  <dcterms:created xsi:type="dcterms:W3CDTF">2025-12-01T16:27:30Z</dcterms:created>
  <dcterms:modified xsi:type="dcterms:W3CDTF">2025-12-07T20:01:14Z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