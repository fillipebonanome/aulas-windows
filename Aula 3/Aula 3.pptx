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4"/>
  </p:notesMasterIdLst>
  <p:handoutMasterIdLst>
    <p:handoutMasterId r:id="rId25"/>
  </p:handoutMasterIdLst>
  <p:sldIdLst>
    <p:sldId id="257" r:id="rId5"/>
    <p:sldId id="268" r:id="rId6"/>
    <p:sldId id="269" r:id="rId7"/>
    <p:sldId id="270" r:id="rId8"/>
    <p:sldId id="271" r:id="rId9"/>
    <p:sldId id="285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2" r:id="rId20"/>
    <p:sldId id="281" r:id="rId21"/>
    <p:sldId id="284" r:id="rId22"/>
    <p:sldId id="286" r:id="rId23"/>
  </p:sldIdLst>
  <p:sldSz cx="12188825" cy="6858000"/>
  <p:notesSz cx="6858000" cy="9144000"/>
  <p:defaultTextStyle>
    <a:defPPr rtl="0">
      <a:defRPr lang="pt-br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112" d="100"/>
          <a:sy n="112" d="100"/>
        </p:scale>
        <p:origin x="552" y="9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fld id="{79429053-DC2A-4342-ADD4-2FD729D91E2C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t>Clique para editar o texto Mestre</a:t>
            </a:r>
          </a:p>
          <a:p>
            <a:pPr lvl="1" rtl="0"/>
            <a:r>
              <a:t>Segundo nível</a:t>
            </a:r>
          </a:p>
          <a:p>
            <a:pPr lvl="2" rtl="0"/>
            <a:r>
              <a:t>Terceiro nível</a:t>
            </a:r>
          </a:p>
          <a:p>
            <a:pPr lvl="3" rtl="0"/>
            <a:r>
              <a:t>Quarto nível</a:t>
            </a:r>
          </a:p>
          <a:p>
            <a:pPr lvl="4" rtl="0"/>
            <a:r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fld id="{3EBA5BD7-F043-4D1B-AA17-CD412FC534DE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i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Conector Reto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to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to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linhas inferior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orma Livre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  <p:sp>
          <p:nvSpPr>
            <p:cNvPr id="10" name="Forma Livre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  <p:sp>
          <p:nvSpPr>
            <p:cNvPr id="11" name="Forma Livre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</p:grp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 rtlCol="0">
            <a:normAutofit/>
          </a:bodyPr>
          <a:lstStyle>
            <a:lvl1pPr algn="l" rtl="0">
              <a:defRPr sz="5400"/>
            </a:lvl1pPr>
          </a:lstStyle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/>
              <a:t>Clique para editar o estilo do subtítulo Mestre</a:t>
            </a:r>
            <a:endParaRPr/>
          </a:p>
        </p:txBody>
      </p:sp>
      <p:sp>
        <p:nvSpPr>
          <p:cNvPr id="22" name="Espaço Reservado para Data 2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23" name="Espaço Reservado para Rodapé 2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24" name="Espaço Reservado para o Número do Slide 2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i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Conector Reto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ector Reto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to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rtlCol="0" anchor="b">
            <a:normAutofit/>
          </a:bodyPr>
          <a:lstStyle>
            <a:lvl1pPr algn="l" rtl="0">
              <a:defRPr sz="5400" b="0" cap="none" baseline="0"/>
            </a:lvl1pPr>
          </a:lstStyle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rtlCol="0" anchor="t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l" rtl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/>
            </a:lvl8pPr>
            <a:lvl9pPr algn="l" rtl="0">
              <a:defRPr sz="2000"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l" rtl="0">
              <a:defRPr/>
            </a:lvl1pPr>
          </a:lstStyle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rtlCol="0" anchor="b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700" b="1"/>
            </a:lvl2pPr>
            <a:lvl3pPr marL="1218987" indent="0" algn="l" rtl="0">
              <a:buNone/>
              <a:defRPr sz="2400" b="1"/>
            </a:lvl3pPr>
            <a:lvl4pPr marL="1828480" indent="0" algn="l" rtl="0">
              <a:buNone/>
              <a:defRPr sz="2100" b="1"/>
            </a:lvl4pPr>
            <a:lvl5pPr marL="2437973" indent="0" algn="l" rtl="0">
              <a:buNone/>
              <a:defRPr sz="2100" b="1"/>
            </a:lvl5pPr>
            <a:lvl6pPr marL="3047467" indent="0" algn="l" rtl="0">
              <a:buNone/>
              <a:defRPr sz="2100" b="1"/>
            </a:lvl6pPr>
            <a:lvl7pPr marL="3656960" indent="0" algn="l" rtl="0">
              <a:buNone/>
              <a:defRPr sz="2100" b="1"/>
            </a:lvl7pPr>
            <a:lvl8pPr marL="4266453" indent="0" algn="l" rtl="0">
              <a:buNone/>
              <a:defRPr sz="2100" b="1"/>
            </a:lvl8pPr>
            <a:lvl9pPr marL="4875947" indent="0" algn="l" rtl="0">
              <a:buNone/>
              <a:defRPr sz="2100" b="1"/>
            </a:lvl9pPr>
          </a:lstStyle>
          <a:p>
            <a:pPr lvl="0" rt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 rtlCol="0">
            <a:no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 baseline="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rtlCol="0" anchor="b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700" b="1"/>
            </a:lvl2pPr>
            <a:lvl3pPr marL="1218987" indent="0" algn="l" rtl="0">
              <a:buNone/>
              <a:defRPr sz="2400" b="1"/>
            </a:lvl3pPr>
            <a:lvl4pPr marL="1828480" indent="0" algn="l" rtl="0">
              <a:buNone/>
              <a:defRPr sz="2100" b="1"/>
            </a:lvl4pPr>
            <a:lvl5pPr marL="2437973" indent="0" algn="l" rtl="0">
              <a:buNone/>
              <a:defRPr sz="2100" b="1"/>
            </a:lvl5pPr>
            <a:lvl6pPr marL="3047467" indent="0" algn="l" rtl="0">
              <a:buNone/>
              <a:defRPr sz="2100" b="1"/>
            </a:lvl6pPr>
            <a:lvl7pPr marL="3656960" indent="0" algn="l" rtl="0">
              <a:buNone/>
              <a:defRPr sz="2100" b="1"/>
            </a:lvl7pPr>
            <a:lvl8pPr marL="4266453" indent="0" algn="l" rtl="0">
              <a:buNone/>
              <a:defRPr sz="2100" b="1"/>
            </a:lvl8pPr>
            <a:lvl9pPr marL="4875947" indent="0" algn="l" rtl="0">
              <a:buNone/>
              <a:defRPr sz="2100" b="1"/>
            </a:lvl9pPr>
          </a:lstStyle>
          <a:p>
            <a:pPr lvl="0" rt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 rtlCol="0">
            <a:no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 baseline="0"/>
            </a:lvl6pPr>
            <a:lvl7pPr algn="l" rtl="0">
              <a:defRPr sz="2000" baseline="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 rtl="0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 algn="l" rtl="0">
              <a:buNone/>
              <a:defRPr sz="2000"/>
            </a:lvl1pPr>
            <a:lvl2pPr marL="609493" indent="0" algn="l" rtl="0">
              <a:buNone/>
              <a:defRPr sz="1600"/>
            </a:lvl2pPr>
            <a:lvl3pPr marL="1218987" indent="0" algn="l" rtl="0">
              <a:buNone/>
              <a:defRPr sz="1300"/>
            </a:lvl3pPr>
            <a:lvl4pPr marL="1828480" indent="0" algn="l" rtl="0">
              <a:buNone/>
              <a:defRPr sz="1200"/>
            </a:lvl4pPr>
            <a:lvl5pPr marL="2437973" indent="0" algn="l" rtl="0">
              <a:buNone/>
              <a:defRPr sz="1200"/>
            </a:lvl5pPr>
            <a:lvl6pPr marL="3047467" indent="0" algn="l" rtl="0">
              <a:buNone/>
              <a:defRPr sz="1200"/>
            </a:lvl6pPr>
            <a:lvl7pPr marL="3656960" indent="0" algn="l" rtl="0">
              <a:buNone/>
              <a:defRPr sz="1200"/>
            </a:lvl7pPr>
            <a:lvl8pPr marL="4266453" indent="0" algn="l" rtl="0">
              <a:buNone/>
              <a:defRPr sz="1200"/>
            </a:lvl8pPr>
            <a:lvl9pPr marL="4875947" indent="0" algn="l" rtl="0">
              <a:buNone/>
              <a:defRPr sz="1200"/>
            </a:lvl9pPr>
          </a:lstStyle>
          <a:p>
            <a:pPr lvl="0" rtl="0"/>
            <a:r>
              <a:rPr lang="pt-BR"/>
              <a:t>Clique para editar os estilos de texto Mestres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 rtl="0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 algn="l" rtl="0">
              <a:buNone/>
              <a:defRPr sz="2000"/>
            </a:lvl1pPr>
            <a:lvl2pPr marL="609493" indent="0" algn="l" rtl="0">
              <a:buNone/>
              <a:defRPr sz="1600"/>
            </a:lvl2pPr>
            <a:lvl3pPr marL="1218987" indent="0" algn="l" rtl="0">
              <a:buNone/>
              <a:defRPr sz="1300"/>
            </a:lvl3pPr>
            <a:lvl4pPr marL="1828480" indent="0" algn="l" rtl="0">
              <a:buNone/>
              <a:defRPr sz="1200"/>
            </a:lvl4pPr>
            <a:lvl5pPr marL="2437973" indent="0" algn="l" rtl="0">
              <a:buNone/>
              <a:defRPr sz="1200"/>
            </a:lvl5pPr>
            <a:lvl6pPr marL="3047467" indent="0" algn="l" rtl="0">
              <a:buNone/>
              <a:defRPr sz="1200"/>
            </a:lvl6pPr>
            <a:lvl7pPr marL="3656960" indent="0" algn="l" rtl="0">
              <a:buNone/>
              <a:defRPr sz="1200"/>
            </a:lvl7pPr>
            <a:lvl8pPr marL="4266453" indent="0" algn="l" rtl="0">
              <a:buNone/>
              <a:defRPr sz="1200"/>
            </a:lvl8pPr>
            <a:lvl9pPr marL="4875947" indent="0" algn="l" rtl="0">
              <a:buNone/>
              <a:defRPr sz="1200"/>
            </a:lvl9pPr>
          </a:lstStyle>
          <a:p>
            <a:pPr lvl="0" rtl="0"/>
            <a:r>
              <a:rPr lang="pt-BR"/>
              <a:t>Clique para editar os estilos de texto Mestres</a:t>
            </a:r>
          </a:p>
        </p:txBody>
      </p:sp>
      <p:sp>
        <p:nvSpPr>
          <p:cNvPr id="3" name="Espaço Reservado para Imagem 2" descr="Um espaço reservado vazio para adicionar uma imagem. Clique no espaço reservado e selecione a imagem que você deseja adicionar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 rtlCol="0">
            <a:normAutofit/>
          </a:bodyPr>
          <a:lstStyle>
            <a:lvl1pPr marL="0" indent="0" algn="l" rtl="0">
              <a:buNone/>
              <a:defRPr sz="2800"/>
            </a:lvl1pPr>
            <a:lvl2pPr marL="609493" indent="0" algn="l" rtl="0">
              <a:buNone/>
              <a:defRPr sz="3700"/>
            </a:lvl2pPr>
            <a:lvl3pPr marL="1218987" indent="0" algn="l" rtl="0">
              <a:buNone/>
              <a:defRPr sz="3200"/>
            </a:lvl3pPr>
            <a:lvl4pPr marL="1828480" indent="0" algn="l" rtl="0">
              <a:buNone/>
              <a:defRPr sz="2700"/>
            </a:lvl4pPr>
            <a:lvl5pPr marL="2437973" indent="0" algn="l" rtl="0">
              <a:buNone/>
              <a:defRPr sz="2700"/>
            </a:lvl5pPr>
            <a:lvl6pPr marL="3047467" indent="0" algn="l" rtl="0">
              <a:buNone/>
              <a:defRPr sz="2700"/>
            </a:lvl6pPr>
            <a:lvl7pPr marL="3656960" indent="0" algn="l" rtl="0">
              <a:buNone/>
              <a:defRPr sz="2700"/>
            </a:lvl7pPr>
            <a:lvl8pPr marL="4266453" indent="0" algn="l" rtl="0">
              <a:buNone/>
              <a:defRPr sz="2700"/>
            </a:lvl8pPr>
            <a:lvl9pPr marL="4875947" indent="0" algn="l" rtl="0">
              <a:buNone/>
              <a:defRPr sz="2700"/>
            </a:lvl9pPr>
          </a:lstStyle>
          <a:p>
            <a:pPr rtl="0"/>
            <a:r>
              <a:rPr lang="pt-BR"/>
              <a:t>Clique no ícone para adicionar uma imagem</a:t>
            </a:r>
            <a:endParaRPr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 baseline="0"/>
            </a:lvl8pPr>
            <a:lvl9pPr algn="l" rtl="0">
              <a:defRPr baseline="0"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 rtlCol="0"/>
          <a:lstStyle/>
          <a:p>
            <a:pPr rtl="0"/>
            <a:r>
              <a:rPr lang="pt-BR"/>
              <a:t>Clique para editar o título Mestre</a:t>
            </a:r>
            <a:endParaRPr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pt-BR"/>
              <a:t>Clique para editar os estilos de texto Mestres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inhas à esquerda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orma Livre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  <p:sp>
          <p:nvSpPr>
            <p:cNvPr id="11" name="Forma Livre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  <p:sp>
          <p:nvSpPr>
            <p:cNvPr id="14" name="Forma Livre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pPr rtl="0"/>
            <a:r>
              <a:rPr lang="pt-br"/>
              <a:t>Clique para editar o estilo de título Mestre</a:t>
            </a:r>
            <a:endParaRPr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 rtl="0"/>
            <a:r>
              <a:rPr lang="pt-br"/>
              <a:t>Editar estilos de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  <a:endParaRPr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n-US"/>
              <a:t>01/08/2016</a:t>
            </a:r>
            <a:endParaRPr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014DD1E-5D91-48A3-AD6D-45FBA980D106}" type="slidenum">
              <a:rPr/>
              <a:pPr rtl="0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Windows 10 – Arquivos e Pastas</a:t>
            </a:r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pt-BR" noProof="0" dirty="0" err="1"/>
              <a:t>Fillipe</a:t>
            </a:r>
            <a:r>
              <a:rPr lang="pt-BR" noProof="0" dirty="0"/>
              <a:t> Augusto de Souza </a:t>
            </a:r>
            <a:r>
              <a:rPr lang="pt-BR" noProof="0" dirty="0" err="1"/>
              <a:t>Bonanome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Relembrando a Aula Passada...</a:t>
            </a:r>
          </a:p>
        </p:txBody>
      </p:sp>
      <p:sp>
        <p:nvSpPr>
          <p:cNvPr id="14" name="Espaço Reservado para Conteúdo 13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Explorar mais a fundo o </a:t>
            </a:r>
            <a:r>
              <a:rPr lang="pt-BR" noProof="0" dirty="0">
                <a:solidFill>
                  <a:srgbClr val="00FFFF"/>
                </a:solidFill>
              </a:rPr>
              <a:t>Menu Iniciar</a:t>
            </a:r>
          </a:p>
          <a:p>
            <a:r>
              <a:rPr lang="pt-BR" noProof="0" dirty="0"/>
              <a:t>Buscas avançadas na </a:t>
            </a:r>
            <a:r>
              <a:rPr lang="pt-BR" noProof="0" dirty="0">
                <a:solidFill>
                  <a:srgbClr val="00FFFF"/>
                </a:solidFill>
              </a:rPr>
              <a:t>Caixa de Pesquisa</a:t>
            </a:r>
          </a:p>
          <a:p>
            <a:r>
              <a:rPr lang="pt-BR" noProof="0" dirty="0"/>
              <a:t>Alguns Atalhos</a:t>
            </a:r>
          </a:p>
          <a:p>
            <a:pPr lvl="1"/>
            <a:r>
              <a:rPr lang="pt-BR" noProof="0" dirty="0"/>
              <a:t>Abrir/Fechar o Menu Iniciar (</a:t>
            </a:r>
            <a:r>
              <a:rPr lang="pt-BR" noProof="0" dirty="0" err="1"/>
              <a:t>Win</a:t>
            </a:r>
            <a:r>
              <a:rPr lang="pt-BR" noProof="0" dirty="0"/>
              <a:t>)</a:t>
            </a:r>
          </a:p>
          <a:p>
            <a:pPr lvl="1"/>
            <a:r>
              <a:rPr lang="pt-BR" noProof="0" dirty="0"/>
              <a:t>Abrir o Explorador de Arquivos (</a:t>
            </a:r>
            <a:r>
              <a:rPr lang="pt-BR" noProof="0" dirty="0" err="1"/>
              <a:t>Win</a:t>
            </a:r>
            <a:r>
              <a:rPr lang="pt-BR" noProof="0" dirty="0"/>
              <a:t> + E)</a:t>
            </a:r>
          </a:p>
          <a:p>
            <a:pPr lvl="1"/>
            <a:r>
              <a:rPr lang="pt-BR" noProof="0" dirty="0"/>
              <a:t>Mostrar/Ocultar a Área de Trabalho (</a:t>
            </a:r>
            <a:r>
              <a:rPr lang="pt-BR" noProof="0" dirty="0" err="1"/>
              <a:t>Win</a:t>
            </a:r>
            <a:r>
              <a:rPr lang="pt-BR" noProof="0" dirty="0"/>
              <a:t> + D)</a:t>
            </a:r>
          </a:p>
          <a:p>
            <a:pPr lvl="1"/>
            <a:r>
              <a:rPr lang="pt-BR" noProof="0" dirty="0"/>
              <a:t>Alternar entre programas abertos (Alt + </a:t>
            </a:r>
            <a:r>
              <a:rPr lang="pt-BR" noProof="0" dirty="0" err="1"/>
              <a:t>Tab</a:t>
            </a:r>
            <a:r>
              <a:rPr lang="pt-BR" noProof="0" dirty="0"/>
              <a:t>)</a:t>
            </a:r>
          </a:p>
          <a:p>
            <a:pPr lvl="1"/>
            <a:r>
              <a:rPr lang="pt-BR" dirty="0"/>
              <a:t>Fechar </a:t>
            </a:r>
            <a:r>
              <a:rPr lang="pt-BR" dirty="0" err="1"/>
              <a:t>Rapiamente</a:t>
            </a:r>
            <a:r>
              <a:rPr lang="pt-BR" dirty="0"/>
              <a:t> (Alt + F4)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708D2-B0F7-2493-E55A-796A3AE7D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C9910B9E-6455-B8F1-105F-B6358A06C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O que Iremos Aprender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FE343521-7451-7C39-A350-DF61D795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O que são Arquivos e Pastas</a:t>
            </a:r>
          </a:p>
          <a:p>
            <a:r>
              <a:rPr lang="pt-BR" noProof="0" dirty="0"/>
              <a:t>Como Organizar Arquivos em Pastas</a:t>
            </a:r>
          </a:p>
          <a:p>
            <a:r>
              <a:rPr lang="pt-BR" noProof="0" dirty="0"/>
              <a:t>O que é o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Explorador de Arquivos</a:t>
            </a:r>
          </a:p>
          <a:p>
            <a:r>
              <a:rPr lang="pt-BR" noProof="0" dirty="0"/>
              <a:t>Como Funciona a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Lixeira</a:t>
            </a:r>
          </a:p>
          <a:p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913290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3A66-20CD-5269-20EA-C81C6D997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6CB54850-E2C2-0378-E296-FF012672E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O que são Arquivos?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4502C48D-003C-3C8A-AEC1-8F4E3EDD4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São um conjunto de informações relacionadas (Folha Digital)</a:t>
            </a:r>
          </a:p>
          <a:p>
            <a:r>
              <a:rPr lang="pt-BR" noProof="0" dirty="0"/>
              <a:t>São divididos em 3 estruturas básicas:</a:t>
            </a:r>
          </a:p>
          <a:p>
            <a:pPr lvl="1"/>
            <a:r>
              <a:rPr lang="pt-BR" noProof="0" dirty="0"/>
              <a:t>Nome</a:t>
            </a:r>
          </a:p>
          <a:p>
            <a:pPr lvl="1"/>
            <a:r>
              <a:rPr lang="pt-BR" noProof="0" dirty="0"/>
              <a:t>. (ponto)</a:t>
            </a:r>
          </a:p>
          <a:p>
            <a:pPr lvl="1"/>
            <a:r>
              <a:rPr lang="pt-BR" noProof="0" dirty="0"/>
              <a:t>Extensão</a:t>
            </a:r>
          </a:p>
        </p:txBody>
      </p:sp>
    </p:spTree>
    <p:extLst>
      <p:ext uri="{BB962C8B-B14F-4D97-AF65-F5344CB8AC3E}">
        <p14:creationId xmlns:p14="http://schemas.microsoft.com/office/powerpoint/2010/main" val="1041668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98583-6145-F937-96BC-69F04766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C3AB5874-BC25-F69C-6BE7-70B9F6EEB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Exemplos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E77ED5B0-195C-6A75-24A4-C49011DC9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8883" y="1700808"/>
            <a:ext cx="10360501" cy="4462272"/>
          </a:xfrm>
        </p:spPr>
        <p:txBody>
          <a:bodyPr rtlCol="0"/>
          <a:lstStyle/>
          <a:p>
            <a:r>
              <a:rPr lang="pt-BR" noProof="0" dirty="0">
                <a:solidFill>
                  <a:srgbClr val="92D050"/>
                </a:solidFill>
              </a:rPr>
              <a:t>Relatório de Vendas</a:t>
            </a:r>
            <a:r>
              <a:rPr lang="pt-BR" noProof="0" dirty="0">
                <a:solidFill>
                  <a:srgbClr val="FF0000"/>
                </a:solidFill>
              </a:rPr>
              <a:t>.</a:t>
            </a:r>
            <a:r>
              <a:rPr lang="pt-BR" noProof="0" dirty="0">
                <a:solidFill>
                  <a:srgbClr val="FFC000"/>
                </a:solidFill>
              </a:rPr>
              <a:t>txt</a:t>
            </a:r>
          </a:p>
          <a:p>
            <a:r>
              <a:rPr lang="pt-BR" noProof="0" dirty="0">
                <a:solidFill>
                  <a:srgbClr val="92D050"/>
                </a:solidFill>
              </a:rPr>
              <a:t>Foto em Família</a:t>
            </a:r>
            <a:r>
              <a:rPr lang="pt-BR" noProof="0" dirty="0">
                <a:solidFill>
                  <a:srgbClr val="FF0000"/>
                </a:solidFill>
              </a:rPr>
              <a:t>.</a:t>
            </a:r>
            <a:r>
              <a:rPr lang="pt-BR" noProof="0" dirty="0">
                <a:solidFill>
                  <a:srgbClr val="FFC000"/>
                </a:solidFill>
              </a:rPr>
              <a:t>jpg</a:t>
            </a:r>
          </a:p>
          <a:p>
            <a:r>
              <a:rPr lang="pt-BR" noProof="0" dirty="0">
                <a:solidFill>
                  <a:srgbClr val="92D050"/>
                </a:solidFill>
              </a:rPr>
              <a:t>Balão Mágico</a:t>
            </a:r>
            <a:r>
              <a:rPr lang="pt-BR" noProof="0" dirty="0">
                <a:solidFill>
                  <a:srgbClr val="FF0000"/>
                </a:solidFill>
              </a:rPr>
              <a:t>.</a:t>
            </a:r>
            <a:r>
              <a:rPr lang="pt-BR" noProof="0" dirty="0">
                <a:solidFill>
                  <a:srgbClr val="FFC000"/>
                </a:solidFill>
              </a:rPr>
              <a:t>mp3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1B4AA46-4F89-5D82-A7A2-3C7BF122F930}"/>
              </a:ext>
            </a:extLst>
          </p:cNvPr>
          <p:cNvSpPr/>
          <p:nvPr/>
        </p:nvSpPr>
        <p:spPr>
          <a:xfrm>
            <a:off x="1773932" y="4229244"/>
            <a:ext cx="504056" cy="14401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800" noProof="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6785CF0-65DD-7393-A707-3E399CFC23B6}"/>
              </a:ext>
            </a:extLst>
          </p:cNvPr>
          <p:cNvSpPr/>
          <p:nvPr/>
        </p:nvSpPr>
        <p:spPr>
          <a:xfrm>
            <a:off x="5005788" y="4229244"/>
            <a:ext cx="504056" cy="14401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800" noProof="0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A6BA63E-42CC-AA58-E1AB-E8F52EC7E1A5}"/>
              </a:ext>
            </a:extLst>
          </p:cNvPr>
          <p:cNvSpPr/>
          <p:nvPr/>
        </p:nvSpPr>
        <p:spPr>
          <a:xfrm>
            <a:off x="6537255" y="4229244"/>
            <a:ext cx="504056" cy="14401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800" noProof="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D6A99FE-F953-4A17-6653-DF7BC93FA3E2}"/>
              </a:ext>
            </a:extLst>
          </p:cNvPr>
          <p:cNvSpPr txBox="1"/>
          <p:nvPr/>
        </p:nvSpPr>
        <p:spPr>
          <a:xfrm>
            <a:off x="2256574" y="4039642"/>
            <a:ext cx="27492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noProof="0" dirty="0"/>
              <a:t>Nome do Arquivo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6BD711C-8B21-39F8-FCA9-8CCB897AC0D9}"/>
              </a:ext>
            </a:extLst>
          </p:cNvPr>
          <p:cNvSpPr txBox="1"/>
          <p:nvPr/>
        </p:nvSpPr>
        <p:spPr>
          <a:xfrm>
            <a:off x="5488430" y="4039642"/>
            <a:ext cx="1044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noProof="0" dirty="0"/>
              <a:t>Ponto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F0C800C-020A-1E98-4E4B-2B9AAB2ED859}"/>
              </a:ext>
            </a:extLst>
          </p:cNvPr>
          <p:cNvSpPr txBox="1"/>
          <p:nvPr/>
        </p:nvSpPr>
        <p:spPr>
          <a:xfrm>
            <a:off x="7019897" y="4039642"/>
            <a:ext cx="15011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noProof="0" dirty="0"/>
              <a:t>Extensão</a:t>
            </a:r>
          </a:p>
        </p:txBody>
      </p:sp>
    </p:spTree>
    <p:extLst>
      <p:ext uri="{BB962C8B-B14F-4D97-AF65-F5344CB8AC3E}">
        <p14:creationId xmlns:p14="http://schemas.microsoft.com/office/powerpoint/2010/main" val="2301279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93AC7-20F4-4502-99B9-D35B1D5D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D481DB78-649B-B6E6-6F4B-3556F48E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Alguns Atalhos para Arquivos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5BB331F-DC74-A0B4-CC54-D1124F26D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Ctrl + C – Copiar</a:t>
            </a:r>
          </a:p>
          <a:p>
            <a:r>
              <a:rPr lang="pt-BR" dirty="0"/>
              <a:t>Ctrl + V – Colar</a:t>
            </a:r>
          </a:p>
          <a:p>
            <a:r>
              <a:rPr lang="pt-BR" noProof="0" dirty="0"/>
              <a:t>Ctrl + X - Recortar</a:t>
            </a:r>
          </a:p>
        </p:txBody>
      </p:sp>
    </p:spTree>
    <p:extLst>
      <p:ext uri="{BB962C8B-B14F-4D97-AF65-F5344CB8AC3E}">
        <p14:creationId xmlns:p14="http://schemas.microsoft.com/office/powerpoint/2010/main" val="2494634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65BD4-EFEF-68F6-97F6-36B8D65FB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9D268091-06C1-55CA-7B2B-969F8FCB3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O que são Pastas?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BA084760-12B4-1A5A-744F-9B651D11F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São separadores/contêineres de Arquivos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8608BBD-65A8-F174-EB6F-35119AC46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260" y="2291534"/>
            <a:ext cx="7263745" cy="407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468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BA7B3-2966-3A5B-3DA5-9806F35B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4AB5714B-380C-ECDF-C63D-4F096D827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Por que eu devo utilizar pastas?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3AC93524-095B-EC88-EBDB-A62238E84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Organizar os arquivos de forma lógica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8161371-DB29-0DA9-2DA8-E1F3C3A54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39" y="2296296"/>
            <a:ext cx="7312188" cy="4070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25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A267-C709-7693-4CF1-DF1FAED9C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FFDFDC4F-EB1C-CCA6-A639-DCE9D4244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Comparação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2347ED02-34A9-CF17-8CCA-D932C5EB2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Pasta desorganizada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Zoom de Slide 5">
                <a:extLst>
                  <a:ext uri="{FF2B5EF4-FFF2-40B4-BE49-F238E27FC236}">
                    <a16:creationId xmlns:a16="http://schemas.microsoft.com/office/drawing/2014/main" id="{C1D785ED-EA13-8987-2F65-004480C7F24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8885621"/>
                  </p:ext>
                </p:extLst>
              </p:nvPr>
            </p:nvGraphicFramePr>
            <p:xfrm>
              <a:off x="3050761" y="2430109"/>
              <a:ext cx="6696744" cy="3767900"/>
            </p:xfrm>
            <a:graphic>
              <a:graphicData uri="http://schemas.microsoft.com/office/powerpoint/2016/slidezoom">
                <pslz:sldZm>
                  <pslz:sldZmObj sldId="275" cId="3356035828">
                    <pslz:zmPr id="{5DFFCF74-829A-4327-B867-5D6B6C145D1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96744" cy="37679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Zoom de Slide 5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C1D785ED-EA13-8987-2F65-004480C7F24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50761" y="2430109"/>
                <a:ext cx="6696744" cy="37679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0605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13B6E4-3856-28B7-40ED-D8BDDDD84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BC52AFE-B47B-CE5A-0270-BCFC1BD5D3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57394"/>
            <a:ext cx="12188825" cy="691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035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9FAE0-A08A-47EA-8491-9A028979C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5CE7057F-F952-86BC-4DA1-00398FE9D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Comparação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E366B4BB-0717-A6CE-AE92-AC8F8E213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Pasta organizada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7A272B0-A032-2F1A-130F-C4C71B57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987" y="2300745"/>
            <a:ext cx="6038850" cy="116205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7584DA8-B19B-AFC9-4785-F46309DD9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787" y="3670508"/>
            <a:ext cx="6953250" cy="168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933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65CE4-6C17-01F7-58F6-76CE08A94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C26312DA-7AF9-EFCB-8D72-3D3865FBD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Comparação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97B69C30-170D-0D4A-1C1D-0543D72FE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Pasta organizada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8885417-9394-1CA7-C9FF-380990D4B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124" y="2348880"/>
            <a:ext cx="6124575" cy="8001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10960C7-0C47-9A95-89F8-357B4ADD6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661" y="3294683"/>
            <a:ext cx="5905500" cy="82867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972869C3-AC06-41B0-6B4B-90C18AB632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136" y="4326555"/>
            <a:ext cx="592455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66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D6449-BC69-8A29-9C69-8830FC7B2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055B805E-AA27-7DFB-951E-466526ED7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Criando uma Pasta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074CF6F0-17F6-93E3-F6FB-FB3666140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Para criar uma pasta é muito simples, basta clicar com o botão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direito</a:t>
            </a:r>
            <a:r>
              <a:rPr lang="pt-BR" noProof="0" dirty="0"/>
              <a:t> do mouse &gt;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novo</a:t>
            </a:r>
            <a:r>
              <a:rPr lang="pt-BR" noProof="0" dirty="0"/>
              <a:t> &gt;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pasta</a:t>
            </a:r>
          </a:p>
        </p:txBody>
      </p:sp>
    </p:spTree>
    <p:extLst>
      <p:ext uri="{BB962C8B-B14F-4D97-AF65-F5344CB8AC3E}">
        <p14:creationId xmlns:p14="http://schemas.microsoft.com/office/powerpoint/2010/main" val="3743327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101A6-730B-9E22-FF36-13D54285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FEC4D394-8BCA-C9D2-BB2F-D77DCE8EC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Renomeando uma Pasta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E926E6C3-8EB5-1C02-2440-DF4A45D01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noProof="0" dirty="0"/>
              <a:t>Para mudar o nome de uma pasta basta clicar com o botão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direito</a:t>
            </a:r>
            <a:r>
              <a:rPr lang="pt-BR" noProof="0" dirty="0"/>
              <a:t> e ir em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renomear</a:t>
            </a:r>
          </a:p>
          <a:p>
            <a:r>
              <a:rPr lang="pt-BR" dirty="0"/>
              <a:t>Caso queira utilizar um atalho, basta utilizar o </a:t>
            </a:r>
            <a:r>
              <a:rPr lang="pt-B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F2</a:t>
            </a:r>
            <a:endParaRPr lang="pt-BR" noProof="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258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AE80-7A1E-618E-97A1-57AB310E2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76FD6EDB-90B6-2486-5528-256DE51B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Deletando uma Pasta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5835BE06-831B-77C2-0A0D-D257C1808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dirty="0"/>
              <a:t>O caminho é parecido com o de renomear, porém iremos clicar em </a:t>
            </a:r>
            <a:r>
              <a:rPr lang="pt-B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excluir</a:t>
            </a:r>
          </a:p>
          <a:p>
            <a:r>
              <a:rPr lang="pt-BR" noProof="0" dirty="0"/>
              <a:t>Podemos deletar através do atalho </a:t>
            </a:r>
            <a:r>
              <a:rPr lang="pt-BR" noProof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delete</a:t>
            </a:r>
          </a:p>
        </p:txBody>
      </p:sp>
    </p:spTree>
    <p:extLst>
      <p:ext uri="{BB962C8B-B14F-4D97-AF65-F5344CB8AC3E}">
        <p14:creationId xmlns:p14="http://schemas.microsoft.com/office/powerpoint/2010/main" val="1781595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5D797-1A3A-41B6-EF5D-BF93A4B62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AD0086E0-ABE3-F924-D219-587EE997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Lixeira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EDDE4A0F-CB5D-7ED9-86A4-69DE94BB8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dirty="0"/>
              <a:t>Serve para armazenar arquivos que foram excluídos do sistema, como por exemplo a pasta que acabamos de excluir</a:t>
            </a:r>
          </a:p>
          <a:p>
            <a:r>
              <a:rPr lang="pt-BR" noProof="0" dirty="0"/>
              <a:t>Podemos realizar a deleção total ou então restaurar o arquivo para </a:t>
            </a:r>
            <a:r>
              <a:rPr lang="pt-BR" dirty="0"/>
              <a:t>a sua origem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479500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D1EC5-EB78-5E2E-71B8-0A3C15529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2495F80D-036C-86EC-D1C7-9F6DECA45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Explorador de Arquivos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7623DD14-D666-8C55-C543-34768065B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dirty="0"/>
              <a:t>Serve para navegar entre pastas/arquivos no seu sistema</a:t>
            </a:r>
          </a:p>
          <a:p>
            <a:r>
              <a:rPr lang="pt-BR" dirty="0"/>
              <a:t>Também é responsável pelo gerenciamento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152400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98B2C3-F5A6-28D3-5FF4-94407BE1E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7848D653-524C-BBAF-9448-EA77AC88A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94" y="0"/>
            <a:ext cx="121450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3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5F88C-8CE6-6F3D-F064-C2DF9CF0D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BCFB2172-A925-3F96-8A0C-971DDE1DF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0" dirty="0"/>
              <a:t>Bora fazer Alguns Exercícios?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EB3B7700-4610-813D-221A-EEF98D9FF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pt-BR" dirty="0"/>
              <a:t>Exercício 1 – Organizar Arquivos e Pastas</a:t>
            </a:r>
          </a:p>
          <a:p>
            <a:r>
              <a:rPr lang="pt-BR" noProof="0" dirty="0"/>
              <a:t>Exercício 2 – Mover Arquivos e Pastas para o Lugar Correto</a:t>
            </a:r>
          </a:p>
          <a:p>
            <a:r>
              <a:rPr lang="pt-BR" dirty="0"/>
              <a:t>Exercício 3 – Criar os Arquivos Faltantes</a:t>
            </a:r>
          </a:p>
          <a:p>
            <a:r>
              <a:rPr lang="pt-BR" noProof="0" dirty="0"/>
              <a:t>Exercício 4 – Deletar os Arquivos Duplicados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5B17C15-C141-A3F6-A512-738E939E8428}"/>
              </a:ext>
            </a:extLst>
          </p:cNvPr>
          <p:cNvSpPr txBox="1"/>
          <p:nvPr/>
        </p:nvSpPr>
        <p:spPr>
          <a:xfrm>
            <a:off x="2689696" y="4694538"/>
            <a:ext cx="68094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https://github.com/FillipeBonanome/Aulas-Windows</a:t>
            </a:r>
          </a:p>
        </p:txBody>
      </p:sp>
    </p:spTree>
    <p:extLst>
      <p:ext uri="{BB962C8B-B14F-4D97-AF65-F5344CB8AC3E}">
        <p14:creationId xmlns:p14="http://schemas.microsoft.com/office/powerpoint/2010/main" val="3471426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nologia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9533214_TF02787990" id="{E2EB6F66-559D-4935-B0FE-CC1100470BBA}" vid="{EDFAEEEF-A820-4D8D-8A70-9CA9D460C139}"/>
    </a:ext>
  </a:extLst>
</a:theme>
</file>

<file path=ppt/theme/theme2.xml><?xml version="1.0" encoding="utf-8"?>
<a:theme xmlns:a="http://schemas.openxmlformats.org/drawingml/2006/main" name="Tema do Offic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com linhas de circuito triplas (widescreen)</Template>
  <TotalTime>251</TotalTime>
  <Words>378</Words>
  <Application>Microsoft Office PowerPoint</Application>
  <PresentationFormat>Personalizar</PresentationFormat>
  <Paragraphs>63</Paragraphs>
  <Slides>19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2" baseType="lpstr">
      <vt:lpstr>Arial</vt:lpstr>
      <vt:lpstr>Calibri</vt:lpstr>
      <vt:lpstr>Tecnologia 16x9</vt:lpstr>
      <vt:lpstr>Windows 10 – Arquivos e Pastas</vt:lpstr>
      <vt:lpstr>Relembrando a Aula Passada...</vt:lpstr>
      <vt:lpstr>O que Iremos Aprender</vt:lpstr>
      <vt:lpstr>O que são Arquivos?</vt:lpstr>
      <vt:lpstr>Exemplos</vt:lpstr>
      <vt:lpstr>Alguns Atalhos para Arquivos</vt:lpstr>
      <vt:lpstr>O que são Pastas?</vt:lpstr>
      <vt:lpstr>Por que eu devo utilizar pastas?</vt:lpstr>
      <vt:lpstr>Comparação</vt:lpstr>
      <vt:lpstr>Apresentação do PowerPoint</vt:lpstr>
      <vt:lpstr>Comparação</vt:lpstr>
      <vt:lpstr>Comparação</vt:lpstr>
      <vt:lpstr>Criando uma Pasta</vt:lpstr>
      <vt:lpstr>Renomeando uma Pasta</vt:lpstr>
      <vt:lpstr>Deletando uma Pasta</vt:lpstr>
      <vt:lpstr>Lixeira</vt:lpstr>
      <vt:lpstr>Explorador de Arquivos</vt:lpstr>
      <vt:lpstr>Apresentação do PowerPoint</vt:lpstr>
      <vt:lpstr>Bora fazer Alguns Exercícios?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fillipe.bonanome2@outlook.com</dc:creator>
  <cp:lastModifiedBy>fillipe.bonanome2@outlook.com</cp:lastModifiedBy>
  <cp:revision>7</cp:revision>
  <dcterms:created xsi:type="dcterms:W3CDTF">2025-12-01T16:27:30Z</dcterms:created>
  <dcterms:modified xsi:type="dcterms:W3CDTF">2025-12-07T20:40:50Z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