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Windows 10 </a:t>
            </a:r>
            <a:r>
              <a:rPr lang="pt-BR" dirty="0"/>
              <a:t>–</a:t>
            </a:r>
            <a:r>
              <a:rPr lang="pt-br" dirty="0"/>
              <a:t> Aplicativos Básicos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 err="1"/>
              <a:t>Fillipe</a:t>
            </a:r>
            <a:r>
              <a:rPr lang="pt-br" dirty="0"/>
              <a:t> Augusto de Souza </a:t>
            </a:r>
            <a:r>
              <a:rPr lang="pt-br" dirty="0" err="1"/>
              <a:t>Bonanome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Relembrando a Aula Passada...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O que são Arquivos e Pastas</a:t>
            </a:r>
          </a:p>
          <a:p>
            <a:r>
              <a:rPr lang="pt-BR" dirty="0"/>
              <a:t>Como Organizar Arquivos em Pastas</a:t>
            </a:r>
          </a:p>
          <a:p>
            <a:r>
              <a:rPr lang="pt-BR" dirty="0"/>
              <a:t>O que é o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Explorador de Arquivos</a:t>
            </a:r>
          </a:p>
          <a:p>
            <a:r>
              <a:rPr lang="pt-BR" dirty="0"/>
              <a:t>Como Funciona a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Lixeira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FE764-A1B1-C4E6-F466-19BD667D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4DEE03E7-5026-00C0-A90D-D16F47A9F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 que Iremos Aprender Hoje?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B8210CAA-7D94-CA69-4577-06E5D45C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Bloco de Notas</a:t>
            </a:r>
          </a:p>
          <a:p>
            <a:r>
              <a:rPr lang="pt-BR" dirty="0" err="1"/>
              <a:t>Paint</a:t>
            </a:r>
            <a:endParaRPr lang="pt-BR" dirty="0"/>
          </a:p>
          <a:p>
            <a:r>
              <a:rPr lang="pt-BR" dirty="0"/>
              <a:t>Calculadora</a:t>
            </a:r>
          </a:p>
          <a:p>
            <a:r>
              <a:rPr lang="pt-BR" dirty="0"/>
              <a:t>Microsoft Edge</a:t>
            </a:r>
          </a:p>
        </p:txBody>
      </p:sp>
    </p:spTree>
    <p:extLst>
      <p:ext uri="{BB962C8B-B14F-4D97-AF65-F5344CB8AC3E}">
        <p14:creationId xmlns:p14="http://schemas.microsoft.com/office/powerpoint/2010/main" val="8774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14FF-D5FA-F150-7BBD-BB542091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1971677A-1F79-6707-AE77-7F55B1BD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 que é o Bloco de Notas?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B659971-5AB7-B4B1-AF7C-3F2CEF6FD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Editor de Texto simples que já vem instalado diretamente no Windows</a:t>
            </a:r>
          </a:p>
          <a:p>
            <a:r>
              <a:rPr lang="pt-BR" dirty="0"/>
              <a:t>Serve para:</a:t>
            </a:r>
          </a:p>
          <a:p>
            <a:pPr lvl="1"/>
            <a:r>
              <a:rPr lang="pt-BR" dirty="0"/>
              <a:t>Criar anotações rápidas</a:t>
            </a:r>
          </a:p>
          <a:p>
            <a:pPr lvl="1"/>
            <a:r>
              <a:rPr lang="pt-BR" dirty="0"/>
              <a:t>Criar rascunhos</a:t>
            </a:r>
          </a:p>
          <a:p>
            <a:pPr lvl="1"/>
            <a:r>
              <a:rPr lang="pt-BR" dirty="0"/>
              <a:t>Criar scripts/programação</a:t>
            </a:r>
          </a:p>
        </p:txBody>
      </p:sp>
    </p:spTree>
    <p:extLst>
      <p:ext uri="{BB962C8B-B14F-4D97-AF65-F5344CB8AC3E}">
        <p14:creationId xmlns:p14="http://schemas.microsoft.com/office/powerpoint/2010/main" val="295852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8CF8-E7D3-A37C-CE00-358A9C1C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D104AACE-C831-AF28-143E-F0C9C006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Interface do Bloco de Notas</a:t>
            </a:r>
            <a:endParaRPr lang="en-US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AE8823CD-7E7F-3968-F079-9CF5A9F35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759342"/>
            <a:ext cx="10360025" cy="434737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2866F5-C27B-E033-3ADF-DAEDFC598D2A}"/>
              </a:ext>
            </a:extLst>
          </p:cNvPr>
          <p:cNvSpPr/>
          <p:nvPr/>
        </p:nvSpPr>
        <p:spPr>
          <a:xfrm>
            <a:off x="1218883" y="1988840"/>
            <a:ext cx="1491153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D208D4-2D60-6455-9D4F-3F55B8A5E283}"/>
              </a:ext>
            </a:extLst>
          </p:cNvPr>
          <p:cNvSpPr/>
          <p:nvPr/>
        </p:nvSpPr>
        <p:spPr>
          <a:xfrm>
            <a:off x="8470676" y="5877272"/>
            <a:ext cx="2664296" cy="229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AC49DAE-EAB1-FC6B-EC49-988459DC0D55}"/>
              </a:ext>
            </a:extLst>
          </p:cNvPr>
          <p:cNvSpPr/>
          <p:nvPr/>
        </p:nvSpPr>
        <p:spPr>
          <a:xfrm>
            <a:off x="1341884" y="2243075"/>
            <a:ext cx="10009112" cy="3340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66EE24-8390-1D43-6F9D-7976773489EA}"/>
              </a:ext>
            </a:extLst>
          </p:cNvPr>
          <p:cNvSpPr txBox="1"/>
          <p:nvPr/>
        </p:nvSpPr>
        <p:spPr>
          <a:xfrm>
            <a:off x="2710036" y="164912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2105A3-6B6B-CA8C-6089-8F3DC6532088}"/>
              </a:ext>
            </a:extLst>
          </p:cNvPr>
          <p:cNvSpPr txBox="1"/>
          <p:nvPr/>
        </p:nvSpPr>
        <p:spPr>
          <a:xfrm>
            <a:off x="10990673" y="217234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59AE178-041F-9079-066F-0CB1341E9520}"/>
              </a:ext>
            </a:extLst>
          </p:cNvPr>
          <p:cNvSpPr txBox="1"/>
          <p:nvPr/>
        </p:nvSpPr>
        <p:spPr>
          <a:xfrm>
            <a:off x="11097703" y="568649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437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1EDF8-B109-3B39-0036-E827F1BA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89A6721C-0855-129B-B565-7ABCE14A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Algumas Funcionalidades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0EADFAC2-EE11-2373-62DE-83CFDDCCC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Salvar Arquivo: Arquivo &gt; Salvar (Ctrl  + S)</a:t>
            </a:r>
          </a:p>
          <a:p>
            <a:r>
              <a:rPr lang="pt-BR" dirty="0"/>
              <a:t>Salvar Novo: Arquivo &gt; Salvar Como (Ctrl + Shift + S)</a:t>
            </a:r>
          </a:p>
          <a:p>
            <a:r>
              <a:rPr lang="pt-BR" dirty="0"/>
              <a:t>Abrir Novo Arquivo: Arquivo &gt; Abrir (Ctrl + O)</a:t>
            </a:r>
          </a:p>
          <a:p>
            <a:r>
              <a:rPr lang="pt-BR" dirty="0"/>
              <a:t>Imprimir: Arquivo &gt; Imprimir (Ctrl + P)</a:t>
            </a:r>
          </a:p>
          <a:p>
            <a:r>
              <a:rPr lang="pt-BR" dirty="0"/>
              <a:t>Localizar: Editar &gt; Localizar (Ctrl + F)</a:t>
            </a:r>
          </a:p>
          <a:p>
            <a:r>
              <a:rPr lang="pt-BR" dirty="0"/>
              <a:t>Alterar Fonte: Formatar &gt; Fonte</a:t>
            </a:r>
          </a:p>
        </p:txBody>
      </p:sp>
    </p:spTree>
    <p:extLst>
      <p:ext uri="{BB962C8B-B14F-4D97-AF65-F5344CB8AC3E}">
        <p14:creationId xmlns:p14="http://schemas.microsoft.com/office/powerpoint/2010/main" val="419127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BC833-16DD-EC96-AE26-F2A6A0F6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BA428C6D-A96C-FE20-F921-CA36E199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 que é o </a:t>
            </a:r>
            <a:r>
              <a:rPr lang="pt-br" dirty="0" err="1"/>
              <a:t>Paint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8854A9FB-190A-958C-3C8B-FEC2938D3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Editor de Imagens simples que já vem instalado diretamente no Windows</a:t>
            </a:r>
          </a:p>
          <a:p>
            <a:r>
              <a:rPr lang="pt-BR" dirty="0"/>
              <a:t>Serve para:</a:t>
            </a:r>
          </a:p>
          <a:p>
            <a:pPr lvl="1"/>
            <a:r>
              <a:rPr lang="pt-BR" dirty="0"/>
              <a:t>Criar </a:t>
            </a:r>
            <a:r>
              <a:rPr lang="pt-BR" dirty="0" err="1"/>
              <a:t>Wireframes</a:t>
            </a:r>
            <a:endParaRPr lang="pt-BR" dirty="0"/>
          </a:p>
          <a:p>
            <a:pPr lvl="1"/>
            <a:r>
              <a:rPr lang="pt-BR" dirty="0"/>
              <a:t>Adicionar Textos</a:t>
            </a:r>
          </a:p>
          <a:p>
            <a:pPr lvl="1"/>
            <a:r>
              <a:rPr lang="pt-BR" dirty="0"/>
              <a:t>Salvar um arquivo em diferentes formatos</a:t>
            </a:r>
          </a:p>
        </p:txBody>
      </p:sp>
    </p:spTree>
    <p:extLst>
      <p:ext uri="{BB962C8B-B14F-4D97-AF65-F5344CB8AC3E}">
        <p14:creationId xmlns:p14="http://schemas.microsoft.com/office/powerpoint/2010/main" val="210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0E7F-EA57-E330-D13F-AD4CF0214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3D1FEA97-F171-91AC-6326-D8DE0801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Interface do </a:t>
            </a:r>
            <a:r>
              <a:rPr lang="pt-br" dirty="0" err="1"/>
              <a:t>Paint</a:t>
            </a:r>
            <a:endParaRPr lang="en-US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6420C2C4-5D5A-D80F-ABB8-EF7D0FB2D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199" y="1701800"/>
            <a:ext cx="8242027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9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6FF1-71C5-19C2-7350-1BDF0014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94908402-4395-96AC-F250-2AAE4858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Exemplo de um Esboço feito no </a:t>
            </a:r>
            <a:r>
              <a:rPr lang="pt-br" dirty="0" err="1"/>
              <a:t>Paint</a:t>
            </a:r>
            <a:endParaRPr lang="en-US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1FFDD6D6-C13C-2328-7C4F-19CF44E27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229" y="1701800"/>
            <a:ext cx="8249967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1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FA93-4AC8-092A-78FA-FB4F654C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BE7A0CB9-19E0-B1A3-B78D-09147017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 que é a Calculadora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363F766A-A0F5-39E4-DD69-ACD39F437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É um aplicativo feito para realizar cálculos rápidos</a:t>
            </a:r>
          </a:p>
          <a:p>
            <a:r>
              <a:rPr lang="pt-BR" dirty="0"/>
              <a:t>Possui vários tipos: Padrão, Científica, Representação Gráfica, etc.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99162D-F1CA-DB05-212D-17F1651C3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260" y="2982032"/>
            <a:ext cx="2781736" cy="300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9BD4-CA42-5A62-A55E-DB81F332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ECFCA077-C52E-F062-E15D-430E3349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Interface da Calculadora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C292423E-5323-4761-8682-68FE6BAC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409354-5A59-2F5C-6B86-D25D37DF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704" y="2348880"/>
            <a:ext cx="2781736" cy="296569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6D450B0-0F63-0AA1-B629-148C9B41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544" y="2348880"/>
            <a:ext cx="2781736" cy="300046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113C4C8-2324-697A-BE69-0BF4B0A16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384" y="2370518"/>
            <a:ext cx="2781736" cy="29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9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D323-B552-A3D3-EA4E-4049951A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196FBA27-EB45-83F7-462E-EAF08593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 que é o Microsoft Edge?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31C0A0ED-CE9B-0E4A-64AF-149119D8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Microsoft Edge é um navegador da Microsoft, sendo o sucessor do Internet Explorer</a:t>
            </a:r>
          </a:p>
          <a:p>
            <a:r>
              <a:rPr lang="pt-BR" dirty="0"/>
              <a:t>Ele permite acesso à World </a:t>
            </a:r>
            <a:r>
              <a:rPr lang="pt-BR" dirty="0" err="1"/>
              <a:t>Wide</a:t>
            </a:r>
            <a:r>
              <a:rPr lang="pt-BR" dirty="0"/>
              <a:t> Web (Internet)</a:t>
            </a:r>
          </a:p>
        </p:txBody>
      </p:sp>
    </p:spTree>
    <p:extLst>
      <p:ext uri="{BB962C8B-B14F-4D97-AF65-F5344CB8AC3E}">
        <p14:creationId xmlns:p14="http://schemas.microsoft.com/office/powerpoint/2010/main" val="62894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36405-D3F9-55EB-7EF6-FBE5F846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760B5CD8-D6B3-FF28-9455-420671A6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Alguns Outros Navegadores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E9C5DD8-4748-F149-DE02-7B1FF0A9E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Google Chrome</a:t>
            </a:r>
          </a:p>
          <a:p>
            <a:r>
              <a:rPr lang="pt-BR" dirty="0"/>
              <a:t>Internet Explorer</a:t>
            </a:r>
          </a:p>
          <a:p>
            <a:r>
              <a:rPr lang="pt-BR" dirty="0"/>
              <a:t>Mozilla Firefox</a:t>
            </a:r>
          </a:p>
          <a:p>
            <a:r>
              <a:rPr lang="pt-BR" dirty="0"/>
              <a:t>Opera, Opera GX</a:t>
            </a:r>
          </a:p>
          <a:p>
            <a:r>
              <a:rPr lang="pt-BR" dirty="0"/>
              <a:t>Safari</a:t>
            </a:r>
          </a:p>
        </p:txBody>
      </p:sp>
    </p:spTree>
    <p:extLst>
      <p:ext uri="{BB962C8B-B14F-4D97-AF65-F5344CB8AC3E}">
        <p14:creationId xmlns:p14="http://schemas.microsoft.com/office/powerpoint/2010/main" val="370417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8F1F-B074-B838-DFC8-04CFF8F5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8BBE2D82-2F91-8375-C792-D5CD055C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Interface do Microsoft Edge</a:t>
            </a:r>
            <a:endParaRPr lang="en-US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0A88854-859B-A645-EB3B-103EF42A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Zoom de Slide 6">
                <a:extLst>
                  <a:ext uri="{FF2B5EF4-FFF2-40B4-BE49-F238E27FC236}">
                    <a16:creationId xmlns:a16="http://schemas.microsoft.com/office/drawing/2014/main" id="{D5030BFC-1DCA-7BA1-E4D5-4DCD299891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2817688"/>
                  </p:ext>
                </p:extLst>
              </p:nvPr>
            </p:nvGraphicFramePr>
            <p:xfrm>
              <a:off x="2575291" y="1781462"/>
              <a:ext cx="7647683" cy="4302942"/>
            </p:xfrm>
            <a:graphic>
              <a:graphicData uri="http://schemas.microsoft.com/office/powerpoint/2016/slidezoom">
                <pslz:sldZm>
                  <pslz:sldZmObj sldId="281" cId="3254934640">
                    <pslz:zmPr id="{B32A878C-67F6-47FE-8C0D-1B0B225AF62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647683" cy="430294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Zoom de Slide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5030BFC-1DCA-7BA1-E4D5-4DCD299891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75291" y="1781462"/>
                <a:ext cx="7647683" cy="430294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487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82E0C-B8D5-8492-B93D-C6BA81AB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6199C9E-8BC9-E391-4412-44E7B2605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1263" y="0"/>
            <a:ext cx="12304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3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67AA-82AB-3743-978E-3A63A783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E7478-AAE9-D980-C8DF-A8A3A57F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Bora fazer alguns exercícios?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62883FA-6398-F8BE-A8D8-31B23F0F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1 – Calculando minhas compras </a:t>
            </a:r>
            <a:endParaRPr lang="pt-BR" dirty="0">
              <a:sym typeface="Wingdings" panose="05000000000000000000" pitchFamily="2" charset="2"/>
            </a:endParaRPr>
          </a:p>
          <a:p>
            <a:r>
              <a:rPr lang="pt-BR" dirty="0">
                <a:sym typeface="Wingdings" panose="05000000000000000000" pitchFamily="2" charset="2"/>
              </a:rPr>
              <a:t>Exercício 2 – Criando um Esboço de um site</a:t>
            </a:r>
          </a:p>
          <a:p>
            <a:r>
              <a:rPr lang="pt-BR" dirty="0">
                <a:sym typeface="Wingdings" panose="05000000000000000000" pitchFamily="2" charset="2"/>
              </a:rPr>
              <a:t>Exercício 3 – Configurando as Fontes no Bloco de Notas</a:t>
            </a:r>
          </a:p>
          <a:p>
            <a:r>
              <a:rPr lang="pt-BR" dirty="0">
                <a:sym typeface="Wingdings" panose="05000000000000000000" pitchFamily="2" charset="2"/>
              </a:rPr>
              <a:t>Exercício 4 – Fazendo uma Pesquisa no seu Navegador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D83050-0782-CF8A-398B-D08B535406C1}"/>
              </a:ext>
            </a:extLst>
          </p:cNvPr>
          <p:cNvSpPr txBox="1"/>
          <p:nvPr/>
        </p:nvSpPr>
        <p:spPr>
          <a:xfrm>
            <a:off x="2994417" y="5301208"/>
            <a:ext cx="6809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https://github.com/FillipeBonanome/Aulas-Windows</a:t>
            </a:r>
          </a:p>
        </p:txBody>
      </p:sp>
    </p:spTree>
    <p:extLst>
      <p:ext uri="{BB962C8B-B14F-4D97-AF65-F5344CB8AC3E}">
        <p14:creationId xmlns:p14="http://schemas.microsoft.com/office/powerpoint/2010/main" val="323256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68</TotalTime>
  <Words>320</Words>
  <Application>Microsoft Office PowerPoint</Application>
  <PresentationFormat>Personalizar</PresentationFormat>
  <Paragraphs>57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Tecnologia 16x9</vt:lpstr>
      <vt:lpstr>Windows 10 – Aplicativos Básicos</vt:lpstr>
      <vt:lpstr>Relembrando a Aula Passada...</vt:lpstr>
      <vt:lpstr>O que Iremos Aprender Hoje?</vt:lpstr>
      <vt:lpstr>O que é o Bloco de Notas?</vt:lpstr>
      <vt:lpstr>Interface do Bloco de Notas</vt:lpstr>
      <vt:lpstr>Algumas Funcionalidades</vt:lpstr>
      <vt:lpstr>O que é o Paint?</vt:lpstr>
      <vt:lpstr>Interface do Paint</vt:lpstr>
      <vt:lpstr>Exemplo de um Esboço feito no Paint</vt:lpstr>
      <vt:lpstr>O que é a Calculadora</vt:lpstr>
      <vt:lpstr>Interface da Calculadora</vt:lpstr>
      <vt:lpstr>O que é o Microsoft Edge?</vt:lpstr>
      <vt:lpstr>Alguns Outros Navegadores</vt:lpstr>
      <vt:lpstr>Interface do Microsoft Edge</vt:lpstr>
      <vt:lpstr>Apresentação do PowerPoint</vt:lpstr>
      <vt:lpstr>Bora fazer alguns exercícios?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fillipe.bonanome2@outlook.com</dc:creator>
  <cp:lastModifiedBy>fillipe.bonanome2@outlook.com</cp:lastModifiedBy>
  <cp:revision>4</cp:revision>
  <dcterms:created xsi:type="dcterms:W3CDTF">2025-12-07T21:20:14Z</dcterms:created>
  <dcterms:modified xsi:type="dcterms:W3CDTF">2025-12-07T22:28:19Z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